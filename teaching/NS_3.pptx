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14"/>
  </p:notesMasterIdLst>
  <p:sldIdLst>
    <p:sldId id="256" r:id="rId2"/>
    <p:sldId id="297" r:id="rId3"/>
    <p:sldId id="298" r:id="rId4"/>
    <p:sldId id="299" r:id="rId5"/>
    <p:sldId id="306" r:id="rId6"/>
    <p:sldId id="307" r:id="rId7"/>
    <p:sldId id="300" r:id="rId8"/>
    <p:sldId id="302" r:id="rId9"/>
    <p:sldId id="301" r:id="rId10"/>
    <p:sldId id="304" r:id="rId11"/>
    <p:sldId id="305" r:id="rId12"/>
    <p:sldId id="30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94694"/>
  </p:normalViewPr>
  <p:slideViewPr>
    <p:cSldViewPr snapToGrid="0" snapToObjects="1">
      <p:cViewPr varScale="1">
        <p:scale>
          <a:sx n="120" d="100"/>
          <a:sy n="120" d="100"/>
        </p:scale>
        <p:origin x="1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9A27D3-0CC7-934B-85C6-96FBF84258AF}" type="datetimeFigureOut">
              <a:rPr lang="en-US" smtClean="0"/>
              <a:t>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25597C-1557-0B42-95FD-84BAB43A25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58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2688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170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870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395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6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09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4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378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20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98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373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11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9" r:id="rId6"/>
    <p:sldLayoutId id="2147483744" r:id="rId7"/>
    <p:sldLayoutId id="2147483745" r:id="rId8"/>
    <p:sldLayoutId id="2147483746" r:id="rId9"/>
    <p:sldLayoutId id="2147483748" r:id="rId10"/>
    <p:sldLayoutId id="214748374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ook.bionumbers.org/which-is-bigger-mrna-or-the-protein-it-codes-fo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FB82883-1DC0-4BE1-A607-009095F33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0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4638503"/>
            <a:ext cx="8384770" cy="1332634"/>
          </a:xfrm>
          <a:prstGeom prst="rect">
            <a:avLst/>
          </a:prstGeom>
          <a:solidFill>
            <a:schemeClr val="bg1">
              <a:alpha val="95000"/>
            </a:schemeClr>
          </a:solidFill>
          <a:ln w="12700">
            <a:solidFill>
              <a:schemeClr val="tx2">
                <a:lumMod val="10000"/>
                <a:lumOff val="9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075FAB-C4CB-E84E-8E39-31784FA9A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3889" y="2219497"/>
            <a:ext cx="8815486" cy="868823"/>
          </a:xfrm>
        </p:spPr>
        <p:txBody>
          <a:bodyPr anchor="ctr">
            <a:noAutofit/>
          </a:bodyPr>
          <a:lstStyle/>
          <a:p>
            <a:pPr algn="ctr"/>
            <a:r>
              <a:rPr lang="en-US" sz="7200" dirty="0"/>
              <a:t>Quantitative Biology</a:t>
            </a:r>
          </a:p>
        </p:txBody>
      </p:sp>
      <p:sp>
        <p:nvSpPr>
          <p:cNvPr id="18" name="Rectangle: Rounded Corners 12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562823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AE987F-B609-754B-8688-84EAAAB0D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15738" y="5680637"/>
            <a:ext cx="6960524" cy="598516"/>
          </a:xfrm>
        </p:spPr>
        <p:txBody>
          <a:bodyPr anchor="ctr">
            <a:normAutofit/>
          </a:bodyPr>
          <a:lstStyle/>
          <a:p>
            <a:pPr algn="ctr"/>
            <a:r>
              <a:rPr lang="en-US" sz="2400" b="1" spc="300" dirty="0">
                <a:solidFill>
                  <a:schemeClr val="bg1"/>
                </a:solidFill>
              </a:rPr>
              <a:t>Nikolai Slavov</a:t>
            </a:r>
          </a:p>
        </p:txBody>
      </p:sp>
    </p:spTree>
    <p:extLst>
      <p:ext uri="{BB962C8B-B14F-4D97-AF65-F5344CB8AC3E}">
        <p14:creationId xmlns:p14="http://schemas.microsoft.com/office/powerpoint/2010/main" val="682725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D9D10-1D0C-5257-C266-668C642CD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A sense of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5F990-0F53-C4B5-6ACC-81F7647F7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sz="4400" dirty="0"/>
              <a:t>What is larger ?</a:t>
            </a:r>
          </a:p>
          <a:p>
            <a:pPr lvl="1"/>
            <a:r>
              <a:rPr lang="en-US" sz="4000" dirty="0"/>
              <a:t> </a:t>
            </a:r>
            <a:r>
              <a:rPr lang="en-US" sz="3200" dirty="0"/>
              <a:t>A protein molecule or its mRNA template?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546263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2AA5E6-C0D2-FE73-6524-20B6FF259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Cell biology by the numbers </a:t>
            </a: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103104-488D-5403-0216-3236AA5F5A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864608" y="1034169"/>
            <a:ext cx="6846363" cy="4638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0D0B25-4F8E-6D6D-3EE5-F347DCD553C6}"/>
              </a:ext>
            </a:extLst>
          </p:cNvPr>
          <p:cNvSpPr txBox="1"/>
          <p:nvPr/>
        </p:nvSpPr>
        <p:spPr>
          <a:xfrm>
            <a:off x="475326" y="6271143"/>
            <a:ext cx="112413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linkClick r:id="rId3"/>
              </a:rPr>
              <a:t>https://book.bionumbers.org/which-is-bigger-mrna-or-the-protein-it-codes-for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2330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A64E8-D7C7-7E85-6E54-7481359D1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our next article </a:t>
            </a:r>
          </a:p>
        </p:txBody>
      </p:sp>
      <p:pic>
        <p:nvPicPr>
          <p:cNvPr id="5" name="Picture 4" descr="A close-up of a sign&#10;&#10;Description automatically generated">
            <a:extLst>
              <a:ext uri="{FF2B5EF4-FFF2-40B4-BE49-F238E27FC236}">
                <a16:creationId xmlns:a16="http://schemas.microsoft.com/office/drawing/2014/main" id="{45366085-97B4-5907-73E4-A3036A672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79" y="3178311"/>
            <a:ext cx="11379492" cy="235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246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726B7-AD04-FFDC-7190-A175619E9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synthesis &amp; degradation rates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906D1-6E69-0E8D-E211-EDB9BE816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13800" b="1" dirty="0"/>
              <a:t>?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6877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834BA-4F9F-11C6-39F7-65F71DCED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716" y="2304210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Measure protein synthesis and degradation</a:t>
            </a:r>
          </a:p>
        </p:txBody>
      </p:sp>
      <p:pic>
        <p:nvPicPr>
          <p:cNvPr id="5" name="Content Placeholder 4" descr="A graph of a diagram&#10;&#10;Description automatically generated with medium confidence">
            <a:extLst>
              <a:ext uri="{FF2B5EF4-FFF2-40B4-BE49-F238E27FC236}">
                <a16:creationId xmlns:a16="http://schemas.microsoft.com/office/drawing/2014/main" id="{B25CE4FD-FC8F-9A26-7F81-7C3846534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4356" y="1198403"/>
            <a:ext cx="6408836" cy="430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326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57" name="Rectangle 2056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59" name="Rectangle 2058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61" name="Freeform: Shape 2060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63" name="Freeform: Shape 2062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6AC398-B059-EAAD-BF79-3508C3959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Mass spectrometry proteomics</a:t>
            </a:r>
          </a:p>
        </p:txBody>
      </p:sp>
      <p:sp>
        <p:nvSpPr>
          <p:cNvPr id="2065" name="Rectangle 206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67" name="Rectangle 206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4BBA322-092C-9BC7-0D78-23533B55C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68686" y="1244866"/>
            <a:ext cx="6554506" cy="4312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2924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828FC9-5F15-4178-2731-F3E4E3622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Isotopic envelopes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 descr="A diagram of a pattern of a pattern&#10;&#10;Description automatically generated with medium confidence">
            <a:extLst>
              <a:ext uri="{FF2B5EF4-FFF2-40B4-BE49-F238E27FC236}">
                <a16:creationId xmlns:a16="http://schemas.microsoft.com/office/drawing/2014/main" id="{44B4EF08-2B82-1DAE-6745-69FDFC5C4A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4356" y="1062216"/>
            <a:ext cx="6408836" cy="458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369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7C700-FE18-A6E1-54CC-A25B91954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Isotopic envelopes</a:t>
            </a:r>
            <a:br>
              <a:rPr lang="en-US" sz="4800" dirty="0"/>
            </a:br>
            <a:br>
              <a:rPr lang="en-US" sz="4800" dirty="0"/>
            </a:br>
            <a:r>
              <a:rPr lang="en-US" sz="3200" b="1" dirty="0"/>
              <a:t>Examples</a:t>
            </a:r>
            <a:endParaRPr lang="en-US" sz="4800" b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 descr="A table of chemical formulas&#10;&#10;Description automatically generated">
            <a:extLst>
              <a:ext uri="{FF2B5EF4-FFF2-40B4-BE49-F238E27FC236}">
                <a16:creationId xmlns:a16="http://schemas.microsoft.com/office/drawing/2014/main" id="{86DC10D7-F401-F621-B7FE-0850DC89AD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5128" y="1531088"/>
            <a:ext cx="6548064" cy="356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700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5A1B58-6048-CA06-FC7E-ED1EF5C88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﻿Identifying peptides by tandem 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707EE9-BA3D-9C52-10B9-447365BE2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514" y="625683"/>
            <a:ext cx="6270551" cy="545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711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834BA-4F9F-11C6-39F7-65F71DCED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Measure protein synthesis and degradation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 descr="A graph of a diagram&#10;&#10;Description automatically generated with medium confidence">
            <a:extLst>
              <a:ext uri="{FF2B5EF4-FFF2-40B4-BE49-F238E27FC236}">
                <a16:creationId xmlns:a16="http://schemas.microsoft.com/office/drawing/2014/main" id="{B25CE4FD-FC8F-9A26-7F81-7C3846534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4356" y="1198403"/>
            <a:ext cx="6408836" cy="430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44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309B7-B651-C471-5D2D-59E7FA7E3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340762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Quantification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 descr="A diagram of a diagram of different colored shapes&#10;&#10;Description automatically generated">
            <a:extLst>
              <a:ext uri="{FF2B5EF4-FFF2-40B4-BE49-F238E27FC236}">
                <a16:creationId xmlns:a16="http://schemas.microsoft.com/office/drawing/2014/main" id="{AA3A2290-1136-DA90-C182-69BBC5B08E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94649" y="252110"/>
            <a:ext cx="3328208" cy="6494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377284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DarkSeedRightStep">
      <a:dk1>
        <a:srgbClr val="000000"/>
      </a:dk1>
      <a:lt1>
        <a:srgbClr val="FFFFFF"/>
      </a:lt1>
      <a:dk2>
        <a:srgbClr val="24413D"/>
      </a:dk2>
      <a:lt2>
        <a:srgbClr val="E9EEED"/>
      </a:lt2>
      <a:accent1>
        <a:srgbClr val="C74852"/>
      </a:accent1>
      <a:accent2>
        <a:srgbClr val="B66137"/>
      </a:accent2>
      <a:accent3>
        <a:srgbClr val="BEA045"/>
      </a:accent3>
      <a:accent4>
        <a:srgbClr val="99AD34"/>
      </a:accent4>
      <a:accent5>
        <a:srgbClr val="71B441"/>
      </a:accent5>
      <a:accent6>
        <a:srgbClr val="37B637"/>
      </a:accent6>
      <a:hlink>
        <a:srgbClr val="9A72D0"/>
      </a:hlink>
      <a:folHlink>
        <a:srgbClr val="878787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5951</TotalTime>
  <Words>73</Words>
  <Application>Microsoft Macintosh PowerPoint</Application>
  <PresentationFormat>Widescreen</PresentationFormat>
  <Paragraphs>19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Avenir Next LT Pro</vt:lpstr>
      <vt:lpstr>Calibri</vt:lpstr>
      <vt:lpstr>AccentBoxVTI</vt:lpstr>
      <vt:lpstr>Quantitative Biology</vt:lpstr>
      <vt:lpstr>A sense of scale</vt:lpstr>
      <vt:lpstr>Cell biology by the numbers </vt:lpstr>
      <vt:lpstr>Introduction to our next article </vt:lpstr>
      <vt:lpstr>Measuring synthesis &amp; degradation rates   </vt:lpstr>
      <vt:lpstr>Measure protein synthesis and degradation</vt:lpstr>
      <vt:lpstr>Mass spectrometry proteomics</vt:lpstr>
      <vt:lpstr>Isotopic envelopes</vt:lpstr>
      <vt:lpstr>Isotopic envelopes  Examples</vt:lpstr>
      <vt:lpstr>Identifying peptides by tandem MS</vt:lpstr>
      <vt:lpstr>Measure protein synthesis and degradation</vt:lpstr>
      <vt:lpstr>Quantification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Principles of Bioengineering</dc:title>
  <dc:creator>Slavov, Nikolai</dc:creator>
  <cp:lastModifiedBy>Slavov, Nikolai</cp:lastModifiedBy>
  <cp:revision>31</cp:revision>
  <dcterms:created xsi:type="dcterms:W3CDTF">2020-01-09T13:26:11Z</dcterms:created>
  <dcterms:modified xsi:type="dcterms:W3CDTF">2025-01-12T01:33:38Z</dcterms:modified>
</cp:coreProperties>
</file>