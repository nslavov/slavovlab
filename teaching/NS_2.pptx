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18"/>
  </p:notesMasterIdLst>
  <p:sldIdLst>
    <p:sldId id="256" r:id="rId2"/>
    <p:sldId id="296" r:id="rId3"/>
    <p:sldId id="297" r:id="rId4"/>
    <p:sldId id="271" r:id="rId5"/>
    <p:sldId id="258" r:id="rId6"/>
    <p:sldId id="275" r:id="rId7"/>
    <p:sldId id="276" r:id="rId8"/>
    <p:sldId id="272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BF847-D923-4D08-BE6C-FC022C8DF68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2FBB2F-66D6-44C5-98BA-194BB0C92F84}">
      <dgm:prSet/>
      <dgm:spPr/>
      <dgm:t>
        <a:bodyPr/>
        <a:lstStyle/>
        <a:p>
          <a:r>
            <a:rPr lang="en-US"/>
            <a:t>Plagiarism</a:t>
          </a:r>
        </a:p>
      </dgm:t>
    </dgm:pt>
    <dgm:pt modelId="{65508080-8ADA-4386-AE22-764263641151}" type="parTrans" cxnId="{51BF6D35-A2DE-4A54-9D54-397A5B9147EB}">
      <dgm:prSet/>
      <dgm:spPr/>
      <dgm:t>
        <a:bodyPr/>
        <a:lstStyle/>
        <a:p>
          <a:endParaRPr lang="en-US"/>
        </a:p>
      </dgm:t>
    </dgm:pt>
    <dgm:pt modelId="{8FE9B8A0-49F3-49A3-83EF-022175EF9024}" type="sibTrans" cxnId="{51BF6D35-A2DE-4A54-9D54-397A5B9147EB}">
      <dgm:prSet/>
      <dgm:spPr/>
      <dgm:t>
        <a:bodyPr/>
        <a:lstStyle/>
        <a:p>
          <a:endParaRPr lang="en-US"/>
        </a:p>
      </dgm:t>
    </dgm:pt>
    <dgm:pt modelId="{5B2D5499-DDF4-4FD1-B6DF-707A885D5B48}">
      <dgm:prSet/>
      <dgm:spPr/>
      <dgm:t>
        <a:bodyPr/>
        <a:lstStyle/>
        <a:p>
          <a:r>
            <a:rPr lang="en-US"/>
            <a:t>Assigning credit </a:t>
          </a:r>
        </a:p>
      </dgm:t>
    </dgm:pt>
    <dgm:pt modelId="{B844E6E5-3762-49F3-84A8-8D0460AC56A5}" type="parTrans" cxnId="{0D509C65-5793-411E-9321-B8A5F46604C9}">
      <dgm:prSet/>
      <dgm:spPr/>
      <dgm:t>
        <a:bodyPr/>
        <a:lstStyle/>
        <a:p>
          <a:endParaRPr lang="en-US"/>
        </a:p>
      </dgm:t>
    </dgm:pt>
    <dgm:pt modelId="{842B3D65-9327-47C7-8820-95B8DFB21FEC}" type="sibTrans" cxnId="{0D509C65-5793-411E-9321-B8A5F46604C9}">
      <dgm:prSet/>
      <dgm:spPr/>
      <dgm:t>
        <a:bodyPr/>
        <a:lstStyle/>
        <a:p>
          <a:endParaRPr lang="en-US"/>
        </a:p>
      </dgm:t>
    </dgm:pt>
    <dgm:pt modelId="{8E9EE2DF-2F6E-4589-B002-C5A5935F90FB}">
      <dgm:prSet/>
      <dgm:spPr/>
      <dgm:t>
        <a:bodyPr/>
        <a:lstStyle/>
        <a:p>
          <a:r>
            <a:rPr lang="en-US"/>
            <a:t>Using chatbots  </a:t>
          </a:r>
        </a:p>
      </dgm:t>
    </dgm:pt>
    <dgm:pt modelId="{15467748-2315-42AF-B0EE-B5C7F6304784}" type="parTrans" cxnId="{5FAA474E-66C6-4729-B33B-86FFF6BDD196}">
      <dgm:prSet/>
      <dgm:spPr/>
      <dgm:t>
        <a:bodyPr/>
        <a:lstStyle/>
        <a:p>
          <a:endParaRPr lang="en-US"/>
        </a:p>
      </dgm:t>
    </dgm:pt>
    <dgm:pt modelId="{A5EE0C09-0C03-48AE-B494-C32630316947}" type="sibTrans" cxnId="{5FAA474E-66C6-4729-B33B-86FFF6BDD196}">
      <dgm:prSet/>
      <dgm:spPr/>
      <dgm:t>
        <a:bodyPr/>
        <a:lstStyle/>
        <a:p>
          <a:endParaRPr lang="en-US"/>
        </a:p>
      </dgm:t>
    </dgm:pt>
    <dgm:pt modelId="{A9086F1C-ECBB-4F43-A758-A32DFA916B29}" type="pres">
      <dgm:prSet presAssocID="{00EBF847-D923-4D08-BE6C-FC022C8DF685}" presName="root" presStyleCnt="0">
        <dgm:presLayoutVars>
          <dgm:dir/>
          <dgm:resizeHandles val="exact"/>
        </dgm:presLayoutVars>
      </dgm:prSet>
      <dgm:spPr/>
    </dgm:pt>
    <dgm:pt modelId="{AF1937EC-E30D-4E0C-9898-314FC481A5DE}" type="pres">
      <dgm:prSet presAssocID="{CB2FBB2F-66D6-44C5-98BA-194BB0C92F84}" presName="compNode" presStyleCnt="0"/>
      <dgm:spPr/>
    </dgm:pt>
    <dgm:pt modelId="{C024EB1B-B6E9-47AD-97FF-26AA4699C6CF}" type="pres">
      <dgm:prSet presAssocID="{CB2FBB2F-66D6-44C5-98BA-194BB0C92F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11F583DE-B4E1-4572-817C-C0BE3CA1369C}" type="pres">
      <dgm:prSet presAssocID="{CB2FBB2F-66D6-44C5-98BA-194BB0C92F84}" presName="spaceRect" presStyleCnt="0"/>
      <dgm:spPr/>
    </dgm:pt>
    <dgm:pt modelId="{27243326-8B7D-4076-B907-7198000D843E}" type="pres">
      <dgm:prSet presAssocID="{CB2FBB2F-66D6-44C5-98BA-194BB0C92F84}" presName="textRect" presStyleLbl="revTx" presStyleIdx="0" presStyleCnt="3">
        <dgm:presLayoutVars>
          <dgm:chMax val="1"/>
          <dgm:chPref val="1"/>
        </dgm:presLayoutVars>
      </dgm:prSet>
      <dgm:spPr/>
    </dgm:pt>
    <dgm:pt modelId="{AAFCE2F5-4518-4E99-B77D-26EAD1AEACE4}" type="pres">
      <dgm:prSet presAssocID="{8FE9B8A0-49F3-49A3-83EF-022175EF9024}" presName="sibTrans" presStyleCnt="0"/>
      <dgm:spPr/>
    </dgm:pt>
    <dgm:pt modelId="{E398728C-8C08-4FBA-A7E1-2A115432DDB4}" type="pres">
      <dgm:prSet presAssocID="{5B2D5499-DDF4-4FD1-B6DF-707A885D5B48}" presName="compNode" presStyleCnt="0"/>
      <dgm:spPr/>
    </dgm:pt>
    <dgm:pt modelId="{490D7392-B079-46E4-86B1-22496C263DDD}" type="pres">
      <dgm:prSet presAssocID="{5B2D5499-DDF4-4FD1-B6DF-707A885D5B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34BA7EA-1B55-46D1-B0A5-9C18596C4BCC}" type="pres">
      <dgm:prSet presAssocID="{5B2D5499-DDF4-4FD1-B6DF-707A885D5B48}" presName="spaceRect" presStyleCnt="0"/>
      <dgm:spPr/>
    </dgm:pt>
    <dgm:pt modelId="{CE9B5D45-380F-481D-82EA-0CCA87908D59}" type="pres">
      <dgm:prSet presAssocID="{5B2D5499-DDF4-4FD1-B6DF-707A885D5B48}" presName="textRect" presStyleLbl="revTx" presStyleIdx="1" presStyleCnt="3">
        <dgm:presLayoutVars>
          <dgm:chMax val="1"/>
          <dgm:chPref val="1"/>
        </dgm:presLayoutVars>
      </dgm:prSet>
      <dgm:spPr/>
    </dgm:pt>
    <dgm:pt modelId="{1E9F9EF3-42BB-4F55-8621-65B747364C9C}" type="pres">
      <dgm:prSet presAssocID="{842B3D65-9327-47C7-8820-95B8DFB21FEC}" presName="sibTrans" presStyleCnt="0"/>
      <dgm:spPr/>
    </dgm:pt>
    <dgm:pt modelId="{0F974FC5-1190-443D-895A-71129EB6F7FE}" type="pres">
      <dgm:prSet presAssocID="{8E9EE2DF-2F6E-4589-B002-C5A5935F90FB}" presName="compNode" presStyleCnt="0"/>
      <dgm:spPr/>
    </dgm:pt>
    <dgm:pt modelId="{37164846-FC05-451F-8B8D-C016313B0108}" type="pres">
      <dgm:prSet presAssocID="{8E9EE2DF-2F6E-4589-B002-C5A5935F90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8719525F-9515-4543-9703-F3909F39E092}" type="pres">
      <dgm:prSet presAssocID="{8E9EE2DF-2F6E-4589-B002-C5A5935F90FB}" presName="spaceRect" presStyleCnt="0"/>
      <dgm:spPr/>
    </dgm:pt>
    <dgm:pt modelId="{81DAF2A3-3876-4E6A-9E99-48D6CE1EA9F7}" type="pres">
      <dgm:prSet presAssocID="{8E9EE2DF-2F6E-4589-B002-C5A5935F90F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C9A0126-B273-4DEB-97FE-E603BA922F9F}" type="presOf" srcId="{00EBF847-D923-4D08-BE6C-FC022C8DF685}" destId="{A9086F1C-ECBB-4F43-A758-A32DFA916B29}" srcOrd="0" destOrd="0" presId="urn:microsoft.com/office/officeart/2018/2/layout/IconLabelList"/>
    <dgm:cxn modelId="{51BF6D35-A2DE-4A54-9D54-397A5B9147EB}" srcId="{00EBF847-D923-4D08-BE6C-FC022C8DF685}" destId="{CB2FBB2F-66D6-44C5-98BA-194BB0C92F84}" srcOrd="0" destOrd="0" parTransId="{65508080-8ADA-4386-AE22-764263641151}" sibTransId="{8FE9B8A0-49F3-49A3-83EF-022175EF9024}"/>
    <dgm:cxn modelId="{5FAA474E-66C6-4729-B33B-86FFF6BDD196}" srcId="{00EBF847-D923-4D08-BE6C-FC022C8DF685}" destId="{8E9EE2DF-2F6E-4589-B002-C5A5935F90FB}" srcOrd="2" destOrd="0" parTransId="{15467748-2315-42AF-B0EE-B5C7F6304784}" sibTransId="{A5EE0C09-0C03-48AE-B494-C32630316947}"/>
    <dgm:cxn modelId="{0D509C65-5793-411E-9321-B8A5F46604C9}" srcId="{00EBF847-D923-4D08-BE6C-FC022C8DF685}" destId="{5B2D5499-DDF4-4FD1-B6DF-707A885D5B48}" srcOrd="1" destOrd="0" parTransId="{B844E6E5-3762-49F3-84A8-8D0460AC56A5}" sibTransId="{842B3D65-9327-47C7-8820-95B8DFB21FEC}"/>
    <dgm:cxn modelId="{2E583877-9963-4BFB-A178-79CE9FDCE8AA}" type="presOf" srcId="{8E9EE2DF-2F6E-4589-B002-C5A5935F90FB}" destId="{81DAF2A3-3876-4E6A-9E99-48D6CE1EA9F7}" srcOrd="0" destOrd="0" presId="urn:microsoft.com/office/officeart/2018/2/layout/IconLabelList"/>
    <dgm:cxn modelId="{05F40DC4-0C9D-441E-9956-459C517ECAA7}" type="presOf" srcId="{CB2FBB2F-66D6-44C5-98BA-194BB0C92F84}" destId="{27243326-8B7D-4076-B907-7198000D843E}" srcOrd="0" destOrd="0" presId="urn:microsoft.com/office/officeart/2018/2/layout/IconLabelList"/>
    <dgm:cxn modelId="{8E3A11C6-6BCB-4892-A28B-9ED1D28327B9}" type="presOf" srcId="{5B2D5499-DDF4-4FD1-B6DF-707A885D5B48}" destId="{CE9B5D45-380F-481D-82EA-0CCA87908D59}" srcOrd="0" destOrd="0" presId="urn:microsoft.com/office/officeart/2018/2/layout/IconLabelList"/>
    <dgm:cxn modelId="{C648B8F3-5DD4-479C-83B4-844C2A67A4FF}" type="presParOf" srcId="{A9086F1C-ECBB-4F43-A758-A32DFA916B29}" destId="{AF1937EC-E30D-4E0C-9898-314FC481A5DE}" srcOrd="0" destOrd="0" presId="urn:microsoft.com/office/officeart/2018/2/layout/IconLabelList"/>
    <dgm:cxn modelId="{C500F532-DD22-4DB2-B494-6152A49792E9}" type="presParOf" srcId="{AF1937EC-E30D-4E0C-9898-314FC481A5DE}" destId="{C024EB1B-B6E9-47AD-97FF-26AA4699C6CF}" srcOrd="0" destOrd="0" presId="urn:microsoft.com/office/officeart/2018/2/layout/IconLabelList"/>
    <dgm:cxn modelId="{B7C9D191-A74E-4AD5-B011-8F3040C33032}" type="presParOf" srcId="{AF1937EC-E30D-4E0C-9898-314FC481A5DE}" destId="{11F583DE-B4E1-4572-817C-C0BE3CA1369C}" srcOrd="1" destOrd="0" presId="urn:microsoft.com/office/officeart/2018/2/layout/IconLabelList"/>
    <dgm:cxn modelId="{4E5224D2-0218-4BDC-9A96-FAF128B21AD2}" type="presParOf" srcId="{AF1937EC-E30D-4E0C-9898-314FC481A5DE}" destId="{27243326-8B7D-4076-B907-7198000D843E}" srcOrd="2" destOrd="0" presId="urn:microsoft.com/office/officeart/2018/2/layout/IconLabelList"/>
    <dgm:cxn modelId="{7922151D-AB27-4909-AC81-8B1A8B841FCA}" type="presParOf" srcId="{A9086F1C-ECBB-4F43-A758-A32DFA916B29}" destId="{AAFCE2F5-4518-4E99-B77D-26EAD1AEACE4}" srcOrd="1" destOrd="0" presId="urn:microsoft.com/office/officeart/2018/2/layout/IconLabelList"/>
    <dgm:cxn modelId="{0B1F1151-724B-4B4C-9805-6F336E903686}" type="presParOf" srcId="{A9086F1C-ECBB-4F43-A758-A32DFA916B29}" destId="{E398728C-8C08-4FBA-A7E1-2A115432DDB4}" srcOrd="2" destOrd="0" presId="urn:microsoft.com/office/officeart/2018/2/layout/IconLabelList"/>
    <dgm:cxn modelId="{40F780A9-0084-4B87-9EFB-2B100171FB6C}" type="presParOf" srcId="{E398728C-8C08-4FBA-A7E1-2A115432DDB4}" destId="{490D7392-B079-46E4-86B1-22496C263DDD}" srcOrd="0" destOrd="0" presId="urn:microsoft.com/office/officeart/2018/2/layout/IconLabelList"/>
    <dgm:cxn modelId="{C3C80065-859C-4E8C-B14B-7B84F0EC0110}" type="presParOf" srcId="{E398728C-8C08-4FBA-A7E1-2A115432DDB4}" destId="{034BA7EA-1B55-46D1-B0A5-9C18596C4BCC}" srcOrd="1" destOrd="0" presId="urn:microsoft.com/office/officeart/2018/2/layout/IconLabelList"/>
    <dgm:cxn modelId="{8F12E75D-1AA8-40E3-9334-EEFFE692B71A}" type="presParOf" srcId="{E398728C-8C08-4FBA-A7E1-2A115432DDB4}" destId="{CE9B5D45-380F-481D-82EA-0CCA87908D59}" srcOrd="2" destOrd="0" presId="urn:microsoft.com/office/officeart/2018/2/layout/IconLabelList"/>
    <dgm:cxn modelId="{D12CD472-76BA-4562-A100-6B87FD28441C}" type="presParOf" srcId="{A9086F1C-ECBB-4F43-A758-A32DFA916B29}" destId="{1E9F9EF3-42BB-4F55-8621-65B747364C9C}" srcOrd="3" destOrd="0" presId="urn:microsoft.com/office/officeart/2018/2/layout/IconLabelList"/>
    <dgm:cxn modelId="{2DF1378B-7CCF-4F7A-B7E8-0CA7431B92FD}" type="presParOf" srcId="{A9086F1C-ECBB-4F43-A758-A32DFA916B29}" destId="{0F974FC5-1190-443D-895A-71129EB6F7FE}" srcOrd="4" destOrd="0" presId="urn:microsoft.com/office/officeart/2018/2/layout/IconLabelList"/>
    <dgm:cxn modelId="{C49AED27-9450-405C-8044-22B8C5012427}" type="presParOf" srcId="{0F974FC5-1190-443D-895A-71129EB6F7FE}" destId="{37164846-FC05-451F-8B8D-C016313B0108}" srcOrd="0" destOrd="0" presId="urn:microsoft.com/office/officeart/2018/2/layout/IconLabelList"/>
    <dgm:cxn modelId="{7FDBAB63-DFF2-480A-9190-50755B6C5851}" type="presParOf" srcId="{0F974FC5-1190-443D-895A-71129EB6F7FE}" destId="{8719525F-9515-4543-9703-F3909F39E092}" srcOrd="1" destOrd="0" presId="urn:microsoft.com/office/officeart/2018/2/layout/IconLabelList"/>
    <dgm:cxn modelId="{52371A57-1A5A-4C05-9500-94C460DDF22A}" type="presParOf" srcId="{0F974FC5-1190-443D-895A-71129EB6F7FE}" destId="{81DAF2A3-3876-4E6A-9E99-48D6CE1EA9F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C3B0D7-7E31-4E16-A270-91F8257499E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ED0DB0F-7BF6-4467-A92B-3A4F1FF3E34C}">
      <dgm:prSet/>
      <dgm:spPr/>
      <dgm:t>
        <a:bodyPr/>
        <a:lstStyle/>
        <a:p>
          <a:r>
            <a:rPr lang="en-US"/>
            <a:t>Office Hours: Tuesdays @ 10am at Mugar 334  </a:t>
          </a:r>
        </a:p>
      </dgm:t>
    </dgm:pt>
    <dgm:pt modelId="{E664F827-5262-4030-B26E-50B49F78EB4B}" type="parTrans" cxnId="{1355DB44-86B4-4AEA-8B91-219B7CBB5B3C}">
      <dgm:prSet/>
      <dgm:spPr/>
      <dgm:t>
        <a:bodyPr/>
        <a:lstStyle/>
        <a:p>
          <a:endParaRPr lang="en-US"/>
        </a:p>
      </dgm:t>
    </dgm:pt>
    <dgm:pt modelId="{A2ED36D5-4D75-4A03-A4AE-5D0C2C122EAC}" type="sibTrans" cxnId="{1355DB44-86B4-4AEA-8B91-219B7CBB5B3C}">
      <dgm:prSet/>
      <dgm:spPr/>
      <dgm:t>
        <a:bodyPr/>
        <a:lstStyle/>
        <a:p>
          <a:endParaRPr lang="en-US"/>
        </a:p>
      </dgm:t>
    </dgm:pt>
    <dgm:pt modelId="{95411A98-A81F-4A74-BA7F-B65D8827C239}">
      <dgm:prSet/>
      <dgm:spPr/>
      <dgm:t>
        <a:bodyPr/>
        <a:lstStyle/>
        <a:p>
          <a:r>
            <a:rPr lang="en-US"/>
            <a:t>Student presentations: 20 +5 min / student  </a:t>
          </a:r>
        </a:p>
      </dgm:t>
    </dgm:pt>
    <dgm:pt modelId="{1279262D-0A8E-4D24-ABDF-F9C1C779645E}" type="parTrans" cxnId="{7856432B-6C7C-49DA-AA0B-19AEBDF3B0C5}">
      <dgm:prSet/>
      <dgm:spPr/>
      <dgm:t>
        <a:bodyPr/>
        <a:lstStyle/>
        <a:p>
          <a:endParaRPr lang="en-US"/>
        </a:p>
      </dgm:t>
    </dgm:pt>
    <dgm:pt modelId="{2E2B1A5D-3662-4C7C-82AC-1FF96C6C8DCE}" type="sibTrans" cxnId="{7856432B-6C7C-49DA-AA0B-19AEBDF3B0C5}">
      <dgm:prSet/>
      <dgm:spPr/>
      <dgm:t>
        <a:bodyPr/>
        <a:lstStyle/>
        <a:p>
          <a:endParaRPr lang="en-US"/>
        </a:p>
      </dgm:t>
    </dgm:pt>
    <dgm:pt modelId="{57492D83-84C9-4484-8654-39D95D67E38B}">
      <dgm:prSet/>
      <dgm:spPr/>
      <dgm:t>
        <a:bodyPr/>
        <a:lstStyle/>
        <a:p>
          <a:r>
            <a:rPr lang="en-US"/>
            <a:t>Written proposal up to 3 pages </a:t>
          </a:r>
        </a:p>
      </dgm:t>
    </dgm:pt>
    <dgm:pt modelId="{C3904779-A0CF-40D5-B306-CB59720135CF}" type="parTrans" cxnId="{31FC4C77-B309-474C-A070-72A3C0A48EDF}">
      <dgm:prSet/>
      <dgm:spPr/>
      <dgm:t>
        <a:bodyPr/>
        <a:lstStyle/>
        <a:p>
          <a:endParaRPr lang="en-US"/>
        </a:p>
      </dgm:t>
    </dgm:pt>
    <dgm:pt modelId="{6FE33BEC-A846-4DE3-A278-7971FE88F916}" type="sibTrans" cxnId="{31FC4C77-B309-474C-A070-72A3C0A48EDF}">
      <dgm:prSet/>
      <dgm:spPr/>
      <dgm:t>
        <a:bodyPr/>
        <a:lstStyle/>
        <a:p>
          <a:endParaRPr lang="en-US"/>
        </a:p>
      </dgm:t>
    </dgm:pt>
    <dgm:pt modelId="{30E5B1A7-16FA-4CC7-B493-8985223A5CB5}">
      <dgm:prSet/>
      <dgm:spPr/>
      <dgm:t>
        <a:bodyPr/>
        <a:lstStyle/>
        <a:p>
          <a:r>
            <a:rPr lang="en-US"/>
            <a:t>Proposals are due before March 20</a:t>
          </a:r>
          <a:r>
            <a:rPr lang="en-US" baseline="30000"/>
            <a:t>th</a:t>
          </a:r>
          <a:endParaRPr lang="en-US"/>
        </a:p>
      </dgm:t>
    </dgm:pt>
    <dgm:pt modelId="{E23FDFB6-1F15-410C-82EF-2D88452623F1}" type="parTrans" cxnId="{04E11F9B-1DCD-4A8E-9A96-8AA6B7D496E7}">
      <dgm:prSet/>
      <dgm:spPr/>
      <dgm:t>
        <a:bodyPr/>
        <a:lstStyle/>
        <a:p>
          <a:endParaRPr lang="en-US"/>
        </a:p>
      </dgm:t>
    </dgm:pt>
    <dgm:pt modelId="{E262EB75-7C05-48C7-B54A-4B41868760D9}" type="sibTrans" cxnId="{04E11F9B-1DCD-4A8E-9A96-8AA6B7D496E7}">
      <dgm:prSet/>
      <dgm:spPr/>
      <dgm:t>
        <a:bodyPr/>
        <a:lstStyle/>
        <a:p>
          <a:endParaRPr lang="en-US"/>
        </a:p>
      </dgm:t>
    </dgm:pt>
    <dgm:pt modelId="{47CAE1B7-A409-CA4E-8BAD-C525D7C9A781}" type="pres">
      <dgm:prSet presAssocID="{4BC3B0D7-7E31-4E16-A270-91F8257499E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31A4E6C-08E4-4440-8E52-CCBEDA0A09B8}" type="pres">
      <dgm:prSet presAssocID="{0ED0DB0F-7BF6-4467-A92B-3A4F1FF3E34C}" presName="hierRoot1" presStyleCnt="0"/>
      <dgm:spPr/>
    </dgm:pt>
    <dgm:pt modelId="{D88FE264-5BAF-4D48-B275-933F54BB2540}" type="pres">
      <dgm:prSet presAssocID="{0ED0DB0F-7BF6-4467-A92B-3A4F1FF3E34C}" presName="composite" presStyleCnt="0"/>
      <dgm:spPr/>
    </dgm:pt>
    <dgm:pt modelId="{B38C8681-0264-A74E-9A9C-D603A963692B}" type="pres">
      <dgm:prSet presAssocID="{0ED0DB0F-7BF6-4467-A92B-3A4F1FF3E34C}" presName="background" presStyleLbl="node0" presStyleIdx="0" presStyleCnt="2"/>
      <dgm:spPr/>
    </dgm:pt>
    <dgm:pt modelId="{B2E6C912-630D-8646-AC51-4B9C5E35BD46}" type="pres">
      <dgm:prSet presAssocID="{0ED0DB0F-7BF6-4467-A92B-3A4F1FF3E34C}" presName="text" presStyleLbl="fgAcc0" presStyleIdx="0" presStyleCnt="2">
        <dgm:presLayoutVars>
          <dgm:chPref val="3"/>
        </dgm:presLayoutVars>
      </dgm:prSet>
      <dgm:spPr/>
    </dgm:pt>
    <dgm:pt modelId="{5515DC79-8C69-2143-98A2-F4DBA5B968A4}" type="pres">
      <dgm:prSet presAssocID="{0ED0DB0F-7BF6-4467-A92B-3A4F1FF3E34C}" presName="hierChild2" presStyleCnt="0"/>
      <dgm:spPr/>
    </dgm:pt>
    <dgm:pt modelId="{18E0359F-92B7-924A-B422-3CB18E74C5B1}" type="pres">
      <dgm:prSet presAssocID="{95411A98-A81F-4A74-BA7F-B65D8827C239}" presName="hierRoot1" presStyleCnt="0"/>
      <dgm:spPr/>
    </dgm:pt>
    <dgm:pt modelId="{C9D1A5E5-AF1A-3B49-B894-023AD08BAAE1}" type="pres">
      <dgm:prSet presAssocID="{95411A98-A81F-4A74-BA7F-B65D8827C239}" presName="composite" presStyleCnt="0"/>
      <dgm:spPr/>
    </dgm:pt>
    <dgm:pt modelId="{74D00719-FDDF-2245-AF03-7EB734C6A178}" type="pres">
      <dgm:prSet presAssocID="{95411A98-A81F-4A74-BA7F-B65D8827C239}" presName="background" presStyleLbl="node0" presStyleIdx="1" presStyleCnt="2"/>
      <dgm:spPr/>
    </dgm:pt>
    <dgm:pt modelId="{1AA25082-2F81-6943-B74B-2115FFA0713F}" type="pres">
      <dgm:prSet presAssocID="{95411A98-A81F-4A74-BA7F-B65D8827C239}" presName="text" presStyleLbl="fgAcc0" presStyleIdx="1" presStyleCnt="2">
        <dgm:presLayoutVars>
          <dgm:chPref val="3"/>
        </dgm:presLayoutVars>
      </dgm:prSet>
      <dgm:spPr/>
    </dgm:pt>
    <dgm:pt modelId="{82F152BC-50F6-274F-890C-050B2B491C1E}" type="pres">
      <dgm:prSet presAssocID="{95411A98-A81F-4A74-BA7F-B65D8827C239}" presName="hierChild2" presStyleCnt="0"/>
      <dgm:spPr/>
    </dgm:pt>
    <dgm:pt modelId="{4C3DA1F8-8791-CA47-96F2-A7AECB194E39}" type="pres">
      <dgm:prSet presAssocID="{C3904779-A0CF-40D5-B306-CB59720135CF}" presName="Name10" presStyleLbl="parChTrans1D2" presStyleIdx="0" presStyleCnt="2"/>
      <dgm:spPr/>
    </dgm:pt>
    <dgm:pt modelId="{98F231FD-4A6A-D342-A711-68FA595181AE}" type="pres">
      <dgm:prSet presAssocID="{57492D83-84C9-4484-8654-39D95D67E38B}" presName="hierRoot2" presStyleCnt="0"/>
      <dgm:spPr/>
    </dgm:pt>
    <dgm:pt modelId="{87B37903-6E5D-8748-9AFD-B82D87B8FEA8}" type="pres">
      <dgm:prSet presAssocID="{57492D83-84C9-4484-8654-39D95D67E38B}" presName="composite2" presStyleCnt="0"/>
      <dgm:spPr/>
    </dgm:pt>
    <dgm:pt modelId="{09512367-F473-E94C-89E9-CCA294496C87}" type="pres">
      <dgm:prSet presAssocID="{57492D83-84C9-4484-8654-39D95D67E38B}" presName="background2" presStyleLbl="node2" presStyleIdx="0" presStyleCnt="2"/>
      <dgm:spPr/>
    </dgm:pt>
    <dgm:pt modelId="{A1CB4A09-0028-7744-B29B-D5D8B411F83C}" type="pres">
      <dgm:prSet presAssocID="{57492D83-84C9-4484-8654-39D95D67E38B}" presName="text2" presStyleLbl="fgAcc2" presStyleIdx="0" presStyleCnt="2">
        <dgm:presLayoutVars>
          <dgm:chPref val="3"/>
        </dgm:presLayoutVars>
      </dgm:prSet>
      <dgm:spPr/>
    </dgm:pt>
    <dgm:pt modelId="{B57373EA-465B-EF4E-941A-FDE96A77895A}" type="pres">
      <dgm:prSet presAssocID="{57492D83-84C9-4484-8654-39D95D67E38B}" presName="hierChild3" presStyleCnt="0"/>
      <dgm:spPr/>
    </dgm:pt>
    <dgm:pt modelId="{422F3121-AB3F-4544-897D-E3EA707B6E8C}" type="pres">
      <dgm:prSet presAssocID="{E23FDFB6-1F15-410C-82EF-2D88452623F1}" presName="Name10" presStyleLbl="parChTrans1D2" presStyleIdx="1" presStyleCnt="2"/>
      <dgm:spPr/>
    </dgm:pt>
    <dgm:pt modelId="{919F9AAC-B7CF-324A-9784-8A6EDA3C0939}" type="pres">
      <dgm:prSet presAssocID="{30E5B1A7-16FA-4CC7-B493-8985223A5CB5}" presName="hierRoot2" presStyleCnt="0"/>
      <dgm:spPr/>
    </dgm:pt>
    <dgm:pt modelId="{8E3C2C9D-712B-174B-9D6F-077C72BDD548}" type="pres">
      <dgm:prSet presAssocID="{30E5B1A7-16FA-4CC7-B493-8985223A5CB5}" presName="composite2" presStyleCnt="0"/>
      <dgm:spPr/>
    </dgm:pt>
    <dgm:pt modelId="{471A6F35-2235-D64F-83A2-60F527FC5520}" type="pres">
      <dgm:prSet presAssocID="{30E5B1A7-16FA-4CC7-B493-8985223A5CB5}" presName="background2" presStyleLbl="node2" presStyleIdx="1" presStyleCnt="2"/>
      <dgm:spPr/>
    </dgm:pt>
    <dgm:pt modelId="{C092CCCA-0FE0-7F43-94EB-D054F8001BFC}" type="pres">
      <dgm:prSet presAssocID="{30E5B1A7-16FA-4CC7-B493-8985223A5CB5}" presName="text2" presStyleLbl="fgAcc2" presStyleIdx="1" presStyleCnt="2">
        <dgm:presLayoutVars>
          <dgm:chPref val="3"/>
        </dgm:presLayoutVars>
      </dgm:prSet>
      <dgm:spPr/>
    </dgm:pt>
    <dgm:pt modelId="{6F7FFCC3-0A52-E645-96C6-4EAD653BA0A6}" type="pres">
      <dgm:prSet presAssocID="{30E5B1A7-16FA-4CC7-B493-8985223A5CB5}" presName="hierChild3" presStyleCnt="0"/>
      <dgm:spPr/>
    </dgm:pt>
  </dgm:ptLst>
  <dgm:cxnLst>
    <dgm:cxn modelId="{577FBC00-FD23-5B46-8ABC-392E12B05EB8}" type="presOf" srcId="{57492D83-84C9-4484-8654-39D95D67E38B}" destId="{A1CB4A09-0028-7744-B29B-D5D8B411F83C}" srcOrd="0" destOrd="0" presId="urn:microsoft.com/office/officeart/2005/8/layout/hierarchy1"/>
    <dgm:cxn modelId="{7856432B-6C7C-49DA-AA0B-19AEBDF3B0C5}" srcId="{4BC3B0D7-7E31-4E16-A270-91F8257499EC}" destId="{95411A98-A81F-4A74-BA7F-B65D8827C239}" srcOrd="1" destOrd="0" parTransId="{1279262D-0A8E-4D24-ABDF-F9C1C779645E}" sibTransId="{2E2B1A5D-3662-4C7C-82AC-1FF96C6C8DCE}"/>
    <dgm:cxn modelId="{870E6E30-4431-1B44-8115-A99652DB7A59}" type="presOf" srcId="{C3904779-A0CF-40D5-B306-CB59720135CF}" destId="{4C3DA1F8-8791-CA47-96F2-A7AECB194E39}" srcOrd="0" destOrd="0" presId="urn:microsoft.com/office/officeart/2005/8/layout/hierarchy1"/>
    <dgm:cxn modelId="{29B6B642-0890-804E-9D28-415FD04CC78F}" type="presOf" srcId="{4BC3B0D7-7E31-4E16-A270-91F8257499EC}" destId="{47CAE1B7-A409-CA4E-8BAD-C525D7C9A781}" srcOrd="0" destOrd="0" presId="urn:microsoft.com/office/officeart/2005/8/layout/hierarchy1"/>
    <dgm:cxn modelId="{1355DB44-86B4-4AEA-8B91-219B7CBB5B3C}" srcId="{4BC3B0D7-7E31-4E16-A270-91F8257499EC}" destId="{0ED0DB0F-7BF6-4467-A92B-3A4F1FF3E34C}" srcOrd="0" destOrd="0" parTransId="{E664F827-5262-4030-B26E-50B49F78EB4B}" sibTransId="{A2ED36D5-4D75-4A03-A4AE-5D0C2C122EAC}"/>
    <dgm:cxn modelId="{1121EC67-EAEF-964F-B47A-2D875E184814}" type="presOf" srcId="{E23FDFB6-1F15-410C-82EF-2D88452623F1}" destId="{422F3121-AB3F-4544-897D-E3EA707B6E8C}" srcOrd="0" destOrd="0" presId="urn:microsoft.com/office/officeart/2005/8/layout/hierarchy1"/>
    <dgm:cxn modelId="{EBF6EB6F-827D-104B-82B2-F978F612CA81}" type="presOf" srcId="{95411A98-A81F-4A74-BA7F-B65D8827C239}" destId="{1AA25082-2F81-6943-B74B-2115FFA0713F}" srcOrd="0" destOrd="0" presId="urn:microsoft.com/office/officeart/2005/8/layout/hierarchy1"/>
    <dgm:cxn modelId="{31FC4C77-B309-474C-A070-72A3C0A48EDF}" srcId="{95411A98-A81F-4A74-BA7F-B65D8827C239}" destId="{57492D83-84C9-4484-8654-39D95D67E38B}" srcOrd="0" destOrd="0" parTransId="{C3904779-A0CF-40D5-B306-CB59720135CF}" sibTransId="{6FE33BEC-A846-4DE3-A278-7971FE88F916}"/>
    <dgm:cxn modelId="{04E11F9B-1DCD-4A8E-9A96-8AA6B7D496E7}" srcId="{95411A98-A81F-4A74-BA7F-B65D8827C239}" destId="{30E5B1A7-16FA-4CC7-B493-8985223A5CB5}" srcOrd="1" destOrd="0" parTransId="{E23FDFB6-1F15-410C-82EF-2D88452623F1}" sibTransId="{E262EB75-7C05-48C7-B54A-4B41868760D9}"/>
    <dgm:cxn modelId="{E1C226E8-6210-7D43-9667-04A792FF980F}" type="presOf" srcId="{0ED0DB0F-7BF6-4467-A92B-3A4F1FF3E34C}" destId="{B2E6C912-630D-8646-AC51-4B9C5E35BD46}" srcOrd="0" destOrd="0" presId="urn:microsoft.com/office/officeart/2005/8/layout/hierarchy1"/>
    <dgm:cxn modelId="{081903F9-AE02-F84C-A9D4-862B17021CAB}" type="presOf" srcId="{30E5B1A7-16FA-4CC7-B493-8985223A5CB5}" destId="{C092CCCA-0FE0-7F43-94EB-D054F8001BFC}" srcOrd="0" destOrd="0" presId="urn:microsoft.com/office/officeart/2005/8/layout/hierarchy1"/>
    <dgm:cxn modelId="{C695DC9F-F203-2349-9531-044D7CD3B690}" type="presParOf" srcId="{47CAE1B7-A409-CA4E-8BAD-C525D7C9A781}" destId="{331A4E6C-08E4-4440-8E52-CCBEDA0A09B8}" srcOrd="0" destOrd="0" presId="urn:microsoft.com/office/officeart/2005/8/layout/hierarchy1"/>
    <dgm:cxn modelId="{067F3F74-CD45-3449-905D-7CCFC09C2E59}" type="presParOf" srcId="{331A4E6C-08E4-4440-8E52-CCBEDA0A09B8}" destId="{D88FE264-5BAF-4D48-B275-933F54BB2540}" srcOrd="0" destOrd="0" presId="urn:microsoft.com/office/officeart/2005/8/layout/hierarchy1"/>
    <dgm:cxn modelId="{61DEFC20-6780-644E-AE01-E4A3ED8DA2C5}" type="presParOf" srcId="{D88FE264-5BAF-4D48-B275-933F54BB2540}" destId="{B38C8681-0264-A74E-9A9C-D603A963692B}" srcOrd="0" destOrd="0" presId="urn:microsoft.com/office/officeart/2005/8/layout/hierarchy1"/>
    <dgm:cxn modelId="{495CBD33-550A-EA4E-AB56-424D2E94855F}" type="presParOf" srcId="{D88FE264-5BAF-4D48-B275-933F54BB2540}" destId="{B2E6C912-630D-8646-AC51-4B9C5E35BD46}" srcOrd="1" destOrd="0" presId="urn:microsoft.com/office/officeart/2005/8/layout/hierarchy1"/>
    <dgm:cxn modelId="{2A7866E6-F8EC-9E47-AC4D-104360B0F937}" type="presParOf" srcId="{331A4E6C-08E4-4440-8E52-CCBEDA0A09B8}" destId="{5515DC79-8C69-2143-98A2-F4DBA5B968A4}" srcOrd="1" destOrd="0" presId="urn:microsoft.com/office/officeart/2005/8/layout/hierarchy1"/>
    <dgm:cxn modelId="{875CB17F-AEF7-354D-A58D-E9E155DB8842}" type="presParOf" srcId="{47CAE1B7-A409-CA4E-8BAD-C525D7C9A781}" destId="{18E0359F-92B7-924A-B422-3CB18E74C5B1}" srcOrd="1" destOrd="0" presId="urn:microsoft.com/office/officeart/2005/8/layout/hierarchy1"/>
    <dgm:cxn modelId="{3FAE887E-BDAC-1E4B-826E-7B8A89E6E22D}" type="presParOf" srcId="{18E0359F-92B7-924A-B422-3CB18E74C5B1}" destId="{C9D1A5E5-AF1A-3B49-B894-023AD08BAAE1}" srcOrd="0" destOrd="0" presId="urn:microsoft.com/office/officeart/2005/8/layout/hierarchy1"/>
    <dgm:cxn modelId="{298023ED-1B99-344D-93CA-73C1410E4E9E}" type="presParOf" srcId="{C9D1A5E5-AF1A-3B49-B894-023AD08BAAE1}" destId="{74D00719-FDDF-2245-AF03-7EB734C6A178}" srcOrd="0" destOrd="0" presId="urn:microsoft.com/office/officeart/2005/8/layout/hierarchy1"/>
    <dgm:cxn modelId="{831C52AB-3169-BE49-84BA-24F169BB1477}" type="presParOf" srcId="{C9D1A5E5-AF1A-3B49-B894-023AD08BAAE1}" destId="{1AA25082-2F81-6943-B74B-2115FFA0713F}" srcOrd="1" destOrd="0" presId="urn:microsoft.com/office/officeart/2005/8/layout/hierarchy1"/>
    <dgm:cxn modelId="{A7719FE9-4544-344C-B1AD-DC14311D65D7}" type="presParOf" srcId="{18E0359F-92B7-924A-B422-3CB18E74C5B1}" destId="{82F152BC-50F6-274F-890C-050B2B491C1E}" srcOrd="1" destOrd="0" presId="urn:microsoft.com/office/officeart/2005/8/layout/hierarchy1"/>
    <dgm:cxn modelId="{21ED5737-1031-714B-A6B2-91354CC9FD22}" type="presParOf" srcId="{82F152BC-50F6-274F-890C-050B2B491C1E}" destId="{4C3DA1F8-8791-CA47-96F2-A7AECB194E39}" srcOrd="0" destOrd="0" presId="urn:microsoft.com/office/officeart/2005/8/layout/hierarchy1"/>
    <dgm:cxn modelId="{6C7D2D87-615F-2142-A415-F175CAF35AFE}" type="presParOf" srcId="{82F152BC-50F6-274F-890C-050B2B491C1E}" destId="{98F231FD-4A6A-D342-A711-68FA595181AE}" srcOrd="1" destOrd="0" presId="urn:microsoft.com/office/officeart/2005/8/layout/hierarchy1"/>
    <dgm:cxn modelId="{3A2E3467-CF2E-2342-915E-6768389D5507}" type="presParOf" srcId="{98F231FD-4A6A-D342-A711-68FA595181AE}" destId="{87B37903-6E5D-8748-9AFD-B82D87B8FEA8}" srcOrd="0" destOrd="0" presId="urn:microsoft.com/office/officeart/2005/8/layout/hierarchy1"/>
    <dgm:cxn modelId="{02A60BC6-D2E6-B645-87DE-19078AC960AE}" type="presParOf" srcId="{87B37903-6E5D-8748-9AFD-B82D87B8FEA8}" destId="{09512367-F473-E94C-89E9-CCA294496C87}" srcOrd="0" destOrd="0" presId="urn:microsoft.com/office/officeart/2005/8/layout/hierarchy1"/>
    <dgm:cxn modelId="{63E503A5-9469-974B-BE59-74998E5F28E3}" type="presParOf" srcId="{87B37903-6E5D-8748-9AFD-B82D87B8FEA8}" destId="{A1CB4A09-0028-7744-B29B-D5D8B411F83C}" srcOrd="1" destOrd="0" presId="urn:microsoft.com/office/officeart/2005/8/layout/hierarchy1"/>
    <dgm:cxn modelId="{2A60C0DE-F1B0-7247-9835-AF37E239F93C}" type="presParOf" srcId="{98F231FD-4A6A-D342-A711-68FA595181AE}" destId="{B57373EA-465B-EF4E-941A-FDE96A77895A}" srcOrd="1" destOrd="0" presId="urn:microsoft.com/office/officeart/2005/8/layout/hierarchy1"/>
    <dgm:cxn modelId="{5892AA17-AA73-C149-B2F6-A88CC6B74709}" type="presParOf" srcId="{82F152BC-50F6-274F-890C-050B2B491C1E}" destId="{422F3121-AB3F-4544-897D-E3EA707B6E8C}" srcOrd="2" destOrd="0" presId="urn:microsoft.com/office/officeart/2005/8/layout/hierarchy1"/>
    <dgm:cxn modelId="{0ED32E9B-D93F-9D44-91B1-9BB46B3F9FAB}" type="presParOf" srcId="{82F152BC-50F6-274F-890C-050B2B491C1E}" destId="{919F9AAC-B7CF-324A-9784-8A6EDA3C0939}" srcOrd="3" destOrd="0" presId="urn:microsoft.com/office/officeart/2005/8/layout/hierarchy1"/>
    <dgm:cxn modelId="{10F133EF-24BC-E24F-92F5-C97CC6F02A4D}" type="presParOf" srcId="{919F9AAC-B7CF-324A-9784-8A6EDA3C0939}" destId="{8E3C2C9D-712B-174B-9D6F-077C72BDD548}" srcOrd="0" destOrd="0" presId="urn:microsoft.com/office/officeart/2005/8/layout/hierarchy1"/>
    <dgm:cxn modelId="{72048D2C-BF39-0143-9231-65F884298598}" type="presParOf" srcId="{8E3C2C9D-712B-174B-9D6F-077C72BDD548}" destId="{471A6F35-2235-D64F-83A2-60F527FC5520}" srcOrd="0" destOrd="0" presId="urn:microsoft.com/office/officeart/2005/8/layout/hierarchy1"/>
    <dgm:cxn modelId="{B817DBC9-D2F2-0C4E-9E6F-750E307EFD3C}" type="presParOf" srcId="{8E3C2C9D-712B-174B-9D6F-077C72BDD548}" destId="{C092CCCA-0FE0-7F43-94EB-D054F8001BFC}" srcOrd="1" destOrd="0" presId="urn:microsoft.com/office/officeart/2005/8/layout/hierarchy1"/>
    <dgm:cxn modelId="{FA8775E2-A816-654A-9C7F-1DFD7174B13B}" type="presParOf" srcId="{919F9AAC-B7CF-324A-9784-8A6EDA3C0939}" destId="{6F7FFCC3-0A52-E645-96C6-4EAD653BA0A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4EB1B-B6E9-47AD-97FF-26AA4699C6CF}">
      <dsp:nvSpPr>
        <dsp:cNvPr id="0" name=""/>
        <dsp:cNvSpPr/>
      </dsp:nvSpPr>
      <dsp:spPr>
        <a:xfrm>
          <a:off x="1212569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243326-8B7D-4076-B907-7198000D843E}">
      <dsp:nvSpPr>
        <dsp:cNvPr id="0" name=""/>
        <dsp:cNvSpPr/>
      </dsp:nvSpPr>
      <dsp:spPr>
        <a:xfrm>
          <a:off x="417971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Plagiarism</a:t>
          </a:r>
        </a:p>
      </dsp:txBody>
      <dsp:txXfrm>
        <a:off x="417971" y="2647231"/>
        <a:ext cx="2889450" cy="720000"/>
      </dsp:txXfrm>
    </dsp:sp>
    <dsp:sp modelId="{490D7392-B079-46E4-86B1-22496C263DDD}">
      <dsp:nvSpPr>
        <dsp:cNvPr id="0" name=""/>
        <dsp:cNvSpPr/>
      </dsp:nvSpPr>
      <dsp:spPr>
        <a:xfrm>
          <a:off x="4607673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B5D45-380F-481D-82EA-0CCA87908D59}">
      <dsp:nvSpPr>
        <dsp:cNvPr id="0" name=""/>
        <dsp:cNvSpPr/>
      </dsp:nvSpPr>
      <dsp:spPr>
        <a:xfrm>
          <a:off x="3813074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Assigning credit </a:t>
          </a:r>
        </a:p>
      </dsp:txBody>
      <dsp:txXfrm>
        <a:off x="3813074" y="2647231"/>
        <a:ext cx="2889450" cy="720000"/>
      </dsp:txXfrm>
    </dsp:sp>
    <dsp:sp modelId="{37164846-FC05-451F-8B8D-C016313B0108}">
      <dsp:nvSpPr>
        <dsp:cNvPr id="0" name=""/>
        <dsp:cNvSpPr/>
      </dsp:nvSpPr>
      <dsp:spPr>
        <a:xfrm>
          <a:off x="8002777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AF2A3-3876-4E6A-9E99-48D6CE1EA9F7}">
      <dsp:nvSpPr>
        <dsp:cNvPr id="0" name=""/>
        <dsp:cNvSpPr/>
      </dsp:nvSpPr>
      <dsp:spPr>
        <a:xfrm>
          <a:off x="7208178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Using chatbots  </a:t>
          </a:r>
        </a:p>
      </dsp:txBody>
      <dsp:txXfrm>
        <a:off x="7208178" y="2647231"/>
        <a:ext cx="28894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2F3121-AB3F-4544-897D-E3EA707B6E8C}">
      <dsp:nvSpPr>
        <dsp:cNvPr id="0" name=""/>
        <dsp:cNvSpPr/>
      </dsp:nvSpPr>
      <dsp:spPr>
        <a:xfrm>
          <a:off x="5940020" y="1747998"/>
          <a:ext cx="1678827" cy="7989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4474"/>
              </a:lnTo>
              <a:lnTo>
                <a:pt x="1678827" y="544474"/>
              </a:lnTo>
              <a:lnTo>
                <a:pt x="1678827" y="7989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3DA1F8-8791-CA47-96F2-A7AECB194E39}">
      <dsp:nvSpPr>
        <dsp:cNvPr id="0" name=""/>
        <dsp:cNvSpPr/>
      </dsp:nvSpPr>
      <dsp:spPr>
        <a:xfrm>
          <a:off x="4261193" y="1747998"/>
          <a:ext cx="1678827" cy="798969"/>
        </a:xfrm>
        <a:custGeom>
          <a:avLst/>
          <a:gdLst/>
          <a:ahLst/>
          <a:cxnLst/>
          <a:rect l="0" t="0" r="0" b="0"/>
          <a:pathLst>
            <a:path>
              <a:moveTo>
                <a:pt x="1678827" y="0"/>
              </a:moveTo>
              <a:lnTo>
                <a:pt x="1678827" y="544474"/>
              </a:lnTo>
              <a:lnTo>
                <a:pt x="0" y="544474"/>
              </a:lnTo>
              <a:lnTo>
                <a:pt x="0" y="7989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8C8681-0264-A74E-9A9C-D603A963692B}">
      <dsp:nvSpPr>
        <dsp:cNvPr id="0" name=""/>
        <dsp:cNvSpPr/>
      </dsp:nvSpPr>
      <dsp:spPr>
        <a:xfrm>
          <a:off x="1208781" y="3544"/>
          <a:ext cx="2747171" cy="17444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6C912-630D-8646-AC51-4B9C5E35BD46}">
      <dsp:nvSpPr>
        <dsp:cNvPr id="0" name=""/>
        <dsp:cNvSpPr/>
      </dsp:nvSpPr>
      <dsp:spPr>
        <a:xfrm>
          <a:off x="1514022" y="293524"/>
          <a:ext cx="2747171" cy="17444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Office Hours: Tuesdays @ 10am at Mugar 334  </a:t>
          </a:r>
        </a:p>
      </dsp:txBody>
      <dsp:txXfrm>
        <a:off x="1565115" y="344617"/>
        <a:ext cx="2644985" cy="1642267"/>
      </dsp:txXfrm>
    </dsp:sp>
    <dsp:sp modelId="{74D00719-FDDF-2245-AF03-7EB734C6A178}">
      <dsp:nvSpPr>
        <dsp:cNvPr id="0" name=""/>
        <dsp:cNvSpPr/>
      </dsp:nvSpPr>
      <dsp:spPr>
        <a:xfrm>
          <a:off x="4566435" y="3544"/>
          <a:ext cx="2747171" cy="17444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25082-2F81-6943-B74B-2115FFA0713F}">
      <dsp:nvSpPr>
        <dsp:cNvPr id="0" name=""/>
        <dsp:cNvSpPr/>
      </dsp:nvSpPr>
      <dsp:spPr>
        <a:xfrm>
          <a:off x="4871676" y="293524"/>
          <a:ext cx="2747171" cy="17444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Student presentations: 20 +5 min / student  </a:t>
          </a:r>
        </a:p>
      </dsp:txBody>
      <dsp:txXfrm>
        <a:off x="4922769" y="344617"/>
        <a:ext cx="2644985" cy="1642267"/>
      </dsp:txXfrm>
    </dsp:sp>
    <dsp:sp modelId="{09512367-F473-E94C-89E9-CCA294496C87}">
      <dsp:nvSpPr>
        <dsp:cNvPr id="0" name=""/>
        <dsp:cNvSpPr/>
      </dsp:nvSpPr>
      <dsp:spPr>
        <a:xfrm>
          <a:off x="2887608" y="2546967"/>
          <a:ext cx="2747171" cy="17444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B4A09-0028-7744-B29B-D5D8B411F83C}">
      <dsp:nvSpPr>
        <dsp:cNvPr id="0" name=""/>
        <dsp:cNvSpPr/>
      </dsp:nvSpPr>
      <dsp:spPr>
        <a:xfrm>
          <a:off x="3192849" y="2836947"/>
          <a:ext cx="2747171" cy="17444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Written proposal up to 3 pages </a:t>
          </a:r>
        </a:p>
      </dsp:txBody>
      <dsp:txXfrm>
        <a:off x="3243942" y="2888040"/>
        <a:ext cx="2644985" cy="1642267"/>
      </dsp:txXfrm>
    </dsp:sp>
    <dsp:sp modelId="{471A6F35-2235-D64F-83A2-60F527FC5520}">
      <dsp:nvSpPr>
        <dsp:cNvPr id="0" name=""/>
        <dsp:cNvSpPr/>
      </dsp:nvSpPr>
      <dsp:spPr>
        <a:xfrm>
          <a:off x="6245262" y="2546967"/>
          <a:ext cx="2747171" cy="17444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92CCCA-0FE0-7F43-94EB-D054F8001BFC}">
      <dsp:nvSpPr>
        <dsp:cNvPr id="0" name=""/>
        <dsp:cNvSpPr/>
      </dsp:nvSpPr>
      <dsp:spPr>
        <a:xfrm>
          <a:off x="6550503" y="2836947"/>
          <a:ext cx="2747171" cy="17444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Proposals are due before March 20</a:t>
          </a:r>
          <a:r>
            <a:rPr lang="en-US" sz="2600" kern="1200" baseline="30000"/>
            <a:t>th</a:t>
          </a:r>
          <a:endParaRPr lang="en-US" sz="2600" kern="1200"/>
        </a:p>
      </dsp:txBody>
      <dsp:txXfrm>
        <a:off x="6601596" y="2888040"/>
        <a:ext cx="2644985" cy="1642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A27D3-0CC7-934B-85C6-96FBF84258AF}" type="datetimeFigureOut">
              <a:rPr lang="en-US" smtClean="0"/>
              <a:t>1/9/25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5597C-1557-0B42-95FD-84BAB43A2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8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69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process. You need many skills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34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29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10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85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876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8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5597C-1557-0B42-95FD-84BAB43A25E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324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8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7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7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9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7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2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8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9" r:id="rId6"/>
    <p:sldLayoutId id="2147483744" r:id="rId7"/>
    <p:sldLayoutId id="2147483745" r:id="rId8"/>
    <p:sldLayoutId id="2147483746" r:id="rId9"/>
    <p:sldLayoutId id="2147483748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www.nature.com/nature-portfolio/editorial-policies/authorship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lavovlab.net/people.htm#Prospective_Applicant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75FAB-C4CB-E84E-8E39-31784FA9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3615" y="2219497"/>
            <a:ext cx="7985759" cy="868823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/>
              <a:t>Writing proposals</a:t>
            </a:r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E987F-B609-754B-8688-84EAAAB0D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b="1" spc="300" dirty="0">
                <a:solidFill>
                  <a:schemeClr val="bg1"/>
                </a:solidFill>
              </a:rPr>
              <a:t>Nikolai Slavov</a:t>
            </a:r>
          </a:p>
        </p:txBody>
      </p:sp>
    </p:spTree>
    <p:extLst>
      <p:ext uri="{BB962C8B-B14F-4D97-AF65-F5344CB8AC3E}">
        <p14:creationId xmlns:p14="http://schemas.microsoft.com/office/powerpoint/2010/main" val="68272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B5F8A-C444-B49E-7DD3-1A3FDD35B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Ethics, plagiarism &amp; chatbots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34C863-9B97-270C-D229-A31362EBBD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110AE9-2ED0-718F-24FA-B490AC697744}"/>
              </a:ext>
            </a:extLst>
          </p:cNvPr>
          <p:cNvSpPr txBox="1"/>
          <p:nvPr/>
        </p:nvSpPr>
        <p:spPr>
          <a:xfrm>
            <a:off x="430924" y="6211669"/>
            <a:ext cx="105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7"/>
              </a:rPr>
              <a:t>https://www.nature.com/nature-portfolio/editorial-policies/authorship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052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site&#10;&#10;Description automatically generated">
            <a:extLst>
              <a:ext uri="{FF2B5EF4-FFF2-40B4-BE49-F238E27FC236}">
                <a16:creationId xmlns:a16="http://schemas.microsoft.com/office/drawing/2014/main" id="{7FB0322E-EF6A-B04D-F4F5-B1C142B3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99" y="2259108"/>
            <a:ext cx="8509000" cy="4457700"/>
          </a:xfrm>
          <a:prstGeom prst="rect">
            <a:avLst/>
          </a:prstGeom>
        </p:spPr>
      </p:pic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F86074DA-E369-629E-A8B8-FFD0BA811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7823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42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A693B2-C584-9844-95B6-0EAE35C40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95" y="0"/>
            <a:ext cx="10462609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98690C-DBED-0643-9F5F-0A9C36663AAB}"/>
              </a:ext>
            </a:extLst>
          </p:cNvPr>
          <p:cNvSpPr/>
          <p:nvPr/>
        </p:nvSpPr>
        <p:spPr>
          <a:xfrm>
            <a:off x="5665076" y="1076486"/>
            <a:ext cx="65269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https://</a:t>
            </a:r>
            <a:r>
              <a:rPr lang="en-US" sz="1600" dirty="0" err="1">
                <a:solidFill>
                  <a:srgbClr val="FF0000"/>
                </a:solidFill>
              </a:rPr>
              <a:t>www.nature.com</a:t>
            </a:r>
            <a:r>
              <a:rPr lang="en-US" sz="1600" dirty="0">
                <a:solidFill>
                  <a:srgbClr val="FF0000"/>
                </a:solidFill>
              </a:rPr>
              <a:t>/documents/nature-summary-</a:t>
            </a:r>
            <a:r>
              <a:rPr lang="en-US" sz="1600" dirty="0" err="1">
                <a:solidFill>
                  <a:srgbClr val="FF0000"/>
                </a:solidFill>
              </a:rPr>
              <a:t>paragraph.pdf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3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US"/>
              <a:t>Logistics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3D5F7E-CD38-66F1-2751-B6151560E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981172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883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chess pieces">
            <a:extLst>
              <a:ext uri="{FF2B5EF4-FFF2-40B4-BE49-F238E27FC236}">
                <a16:creationId xmlns:a16="http://schemas.microsoft.com/office/drawing/2014/main" id="{8774A296-B367-97DE-66E9-3DF1B6540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9" r="8668" b="-1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57BFA-C9AB-2344-9C32-416626C26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Proposing 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EA24-9670-004B-AC6C-BD39C60B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968371"/>
            <a:ext cx="5535720" cy="3207258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The only means to independence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Unless independently wealthy </a:t>
            </a:r>
          </a:p>
        </p:txBody>
      </p:sp>
    </p:spTree>
    <p:extLst>
      <p:ext uri="{BB962C8B-B14F-4D97-AF65-F5344CB8AC3E}">
        <p14:creationId xmlns:p14="http://schemas.microsoft.com/office/powerpoint/2010/main" val="162247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Who should write proposals?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1183" y="2276856"/>
            <a:ext cx="10168128" cy="4581144"/>
          </a:xfrm>
        </p:spPr>
        <p:txBody>
          <a:bodyPr>
            <a:normAutofit/>
          </a:bodyPr>
          <a:lstStyle/>
          <a:p>
            <a:r>
              <a:rPr lang="en-US" sz="4000" dirty="0"/>
              <a:t>Positions that require writing proposals</a:t>
            </a:r>
          </a:p>
          <a:p>
            <a:r>
              <a:rPr lang="en-US" sz="4000" dirty="0"/>
              <a:t>What if your advisor is well funded? </a:t>
            </a:r>
          </a:p>
          <a:p>
            <a:pPr lvl="0"/>
            <a:r>
              <a:rPr lang="en-US" sz="4000" dirty="0"/>
              <a:t>How do you find funding opportunities </a:t>
            </a:r>
          </a:p>
          <a:p>
            <a:pPr lvl="1"/>
            <a:r>
              <a:rPr lang="en-US" sz="3200" dirty="0"/>
              <a:t>Sometimes they find you </a:t>
            </a:r>
          </a:p>
          <a:p>
            <a:pPr lvl="1"/>
            <a:r>
              <a:rPr lang="en-US" sz="3200" dirty="0"/>
              <a:t>Network </a:t>
            </a:r>
          </a:p>
          <a:p>
            <a:pPr lvl="1"/>
            <a:r>
              <a:rPr lang="en-US" sz="2800" dirty="0">
                <a:hlinkClick r:id="rId2"/>
              </a:rPr>
              <a:t>https://slavovlab.net/people.htm#Prospective_Applicants</a:t>
            </a:r>
            <a:endParaRPr lang="en-US" sz="2800" dirty="0"/>
          </a:p>
          <a:p>
            <a:pPr lvl="1"/>
            <a:endParaRPr lang="en-US" sz="32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1720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The science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232" y="2297720"/>
            <a:ext cx="10168128" cy="3694176"/>
          </a:xfrm>
        </p:spPr>
        <p:txBody>
          <a:bodyPr>
            <a:normAutofit/>
          </a:bodyPr>
          <a:lstStyle/>
          <a:p>
            <a:pPr lvl="0"/>
            <a:r>
              <a:rPr lang="en-US" sz="4000" dirty="0"/>
              <a:t>Good question (essential)</a:t>
            </a:r>
          </a:p>
          <a:p>
            <a:pPr lvl="1"/>
            <a:r>
              <a:rPr lang="en-US" sz="3600" dirty="0"/>
              <a:t>Important  (somewhat depends on agency)</a:t>
            </a:r>
          </a:p>
          <a:p>
            <a:pPr lvl="1"/>
            <a:r>
              <a:rPr lang="en-US" sz="3600" dirty="0"/>
              <a:t>You can answer it </a:t>
            </a:r>
          </a:p>
          <a:p>
            <a:pPr lvl="0"/>
            <a:r>
              <a:rPr lang="en-US" sz="4000" dirty="0"/>
              <a:t>Why is this question suitable for you</a:t>
            </a:r>
          </a:p>
          <a:p>
            <a:pPr lvl="0"/>
            <a:r>
              <a:rPr lang="en-US" sz="4000" dirty="0"/>
              <a:t>What is your approach (most of the text)</a:t>
            </a:r>
          </a:p>
        </p:txBody>
      </p:sp>
    </p:spTree>
    <p:extLst>
      <p:ext uri="{BB962C8B-B14F-4D97-AF65-F5344CB8AC3E}">
        <p14:creationId xmlns:p14="http://schemas.microsoft.com/office/powerpoint/2010/main" val="3121825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Start with the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124286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endParaRPr lang="en-US" sz="5400" b="1" dirty="0"/>
          </a:p>
          <a:p>
            <a:pPr marL="914400" indent="-914400" algn="ctr">
              <a:buAutoNum type="arabicParenR"/>
            </a:pPr>
            <a:r>
              <a:rPr lang="en-US" sz="5400" b="1" dirty="0"/>
              <a:t>Why?</a:t>
            </a:r>
          </a:p>
          <a:p>
            <a:pPr marL="914400" indent="-914400" algn="ctr">
              <a:buAutoNum type="arabicParenR"/>
            </a:pPr>
            <a:endParaRPr lang="en-US" sz="5400" b="1" dirty="0"/>
          </a:p>
          <a:p>
            <a:pPr marL="914400" indent="-914400" algn="ctr">
              <a:buAutoNum type="arabicParenR"/>
            </a:pPr>
            <a:r>
              <a:rPr lang="en-US" sz="5400" b="1" dirty="0"/>
              <a:t>Approach / Results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82389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Determinants of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232" y="2297720"/>
            <a:ext cx="10168128" cy="3694176"/>
          </a:xfrm>
        </p:spPr>
        <p:txBody>
          <a:bodyPr>
            <a:normAutofit/>
          </a:bodyPr>
          <a:lstStyle/>
          <a:p>
            <a:pPr lvl="0"/>
            <a:r>
              <a:rPr lang="en-US" sz="4800" b="1" dirty="0"/>
              <a:t>The proposal </a:t>
            </a:r>
          </a:p>
          <a:p>
            <a:pPr lvl="0"/>
            <a:endParaRPr lang="en-US" sz="4800" b="1" dirty="0"/>
          </a:p>
          <a:p>
            <a:pPr lvl="0"/>
            <a:r>
              <a:rPr lang="en-US" sz="4800" b="1" dirty="0"/>
              <a:t>The perceived strength on the PI </a:t>
            </a:r>
          </a:p>
          <a:p>
            <a:pPr lvl="1"/>
            <a:r>
              <a:rPr lang="en-US" sz="4000" b="1" dirty="0"/>
              <a:t>HHMI funding </a:t>
            </a:r>
          </a:p>
        </p:txBody>
      </p:sp>
    </p:spTree>
    <p:extLst>
      <p:ext uri="{BB962C8B-B14F-4D97-AF65-F5344CB8AC3E}">
        <p14:creationId xmlns:p14="http://schemas.microsoft.com/office/powerpoint/2010/main" val="3636287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Determinants of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232" y="2297720"/>
            <a:ext cx="10168128" cy="401164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4000" b="1" dirty="0"/>
              <a:t>The proposal </a:t>
            </a:r>
          </a:p>
          <a:p>
            <a:pPr lvl="0"/>
            <a:r>
              <a:rPr lang="en-US" sz="4000" b="1" dirty="0"/>
              <a:t>The perceived strength on the PI </a:t>
            </a:r>
          </a:p>
          <a:p>
            <a:pPr lvl="1"/>
            <a:r>
              <a:rPr lang="en-US" sz="3600" b="1" dirty="0"/>
              <a:t>HHMI funding </a:t>
            </a:r>
            <a:endParaRPr lang="en-US" sz="3600" dirty="0"/>
          </a:p>
          <a:p>
            <a:r>
              <a:rPr lang="en-US" sz="4000" dirty="0"/>
              <a:t>Strategy</a:t>
            </a:r>
          </a:p>
          <a:p>
            <a:pPr lvl="1"/>
            <a:r>
              <a:rPr lang="en-US" sz="3600" dirty="0"/>
              <a:t>Fining the right RFA</a:t>
            </a:r>
          </a:p>
          <a:p>
            <a:pPr lvl="1"/>
            <a:r>
              <a:rPr lang="en-US" sz="3600" dirty="0"/>
              <a:t>Knowing the members of the review section </a:t>
            </a:r>
          </a:p>
        </p:txBody>
      </p:sp>
    </p:spTree>
    <p:extLst>
      <p:ext uri="{BB962C8B-B14F-4D97-AF65-F5344CB8AC3E}">
        <p14:creationId xmlns:p14="http://schemas.microsoft.com/office/powerpoint/2010/main" val="1583635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Collaboration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317469"/>
          </a:xfrm>
        </p:spPr>
        <p:txBody>
          <a:bodyPr>
            <a:normAutofit fontScale="92500" lnSpcReduction="10000"/>
          </a:bodyPr>
          <a:lstStyle/>
          <a:p>
            <a:endParaRPr lang="en-US" sz="4800" dirty="0"/>
          </a:p>
          <a:p>
            <a:r>
              <a:rPr lang="en-US" sz="4800" dirty="0"/>
              <a:t>Is it advantageous or adventitious?</a:t>
            </a:r>
          </a:p>
          <a:p>
            <a:pPr marL="0" indent="0">
              <a:buNone/>
            </a:pPr>
            <a:r>
              <a:rPr lang="en-US" sz="4800" dirty="0"/>
              <a:t> </a:t>
            </a:r>
          </a:p>
          <a:p>
            <a:r>
              <a:rPr lang="en-US" sz="4800" dirty="0"/>
              <a:t>Have you worked together?</a:t>
            </a:r>
          </a:p>
        </p:txBody>
      </p:sp>
    </p:spTree>
    <p:extLst>
      <p:ext uri="{BB962C8B-B14F-4D97-AF65-F5344CB8AC3E}">
        <p14:creationId xmlns:p14="http://schemas.microsoft.com/office/powerpoint/2010/main" val="2723289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Preliminary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347415"/>
            <a:ext cx="10168128" cy="3961945"/>
          </a:xfrm>
        </p:spPr>
        <p:txBody>
          <a:bodyPr>
            <a:normAutofit fontScale="92500" lnSpcReduction="20000"/>
          </a:bodyPr>
          <a:lstStyle/>
          <a:p>
            <a:r>
              <a:rPr lang="en-US" sz="4000" dirty="0"/>
              <a:t>Published</a:t>
            </a:r>
          </a:p>
          <a:p>
            <a:pPr lvl="0"/>
            <a:r>
              <a:rPr lang="en-US" sz="4000" dirty="0"/>
              <a:t>Unpublished </a:t>
            </a:r>
          </a:p>
          <a:p>
            <a:pPr lvl="0"/>
            <a:r>
              <a:rPr lang="en-US" sz="4000" dirty="0"/>
              <a:t>How much? </a:t>
            </a:r>
          </a:p>
          <a:p>
            <a:pPr lvl="1"/>
            <a:r>
              <a:rPr lang="en-US" sz="3600" dirty="0"/>
              <a:t>R21</a:t>
            </a:r>
          </a:p>
          <a:p>
            <a:pPr lvl="1"/>
            <a:r>
              <a:rPr lang="en-US" sz="3600" dirty="0"/>
              <a:t>R01</a:t>
            </a:r>
          </a:p>
          <a:p>
            <a:pPr lvl="1"/>
            <a:r>
              <a:rPr lang="en-US" sz="3600" dirty="0"/>
              <a:t>High-risk high-reward RFAs </a:t>
            </a:r>
          </a:p>
          <a:p>
            <a:pPr lvl="2"/>
            <a:r>
              <a:rPr lang="en-US" sz="3200" dirty="0"/>
              <a:t>Emphasis on the PI qualifications  </a:t>
            </a:r>
          </a:p>
        </p:txBody>
      </p:sp>
    </p:spTree>
    <p:extLst>
      <p:ext uri="{BB962C8B-B14F-4D97-AF65-F5344CB8AC3E}">
        <p14:creationId xmlns:p14="http://schemas.microsoft.com/office/powerpoint/2010/main" val="1596832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6000" dirty="0"/>
              <a:t>Writing proposals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369712"/>
            <a:ext cx="10168128" cy="4150217"/>
          </a:xfrm>
        </p:spPr>
        <p:txBody>
          <a:bodyPr>
            <a:normAutofit fontScale="92500"/>
          </a:bodyPr>
          <a:lstStyle/>
          <a:p>
            <a:r>
              <a:rPr lang="en-US" sz="4000" dirty="0"/>
              <a:t>Have a clear message</a:t>
            </a:r>
          </a:p>
          <a:p>
            <a:pPr lvl="1"/>
            <a:r>
              <a:rPr lang="en-US" sz="3600" dirty="0"/>
              <a:t>Conceptual clarity first, technical clarity second</a:t>
            </a:r>
          </a:p>
          <a:p>
            <a:pPr lvl="0"/>
            <a:r>
              <a:rPr lang="en-US" sz="3600" dirty="0"/>
              <a:t>Frame the questions &amp; expected conclusions</a:t>
            </a:r>
          </a:p>
          <a:p>
            <a:pPr lvl="0"/>
            <a:r>
              <a:rPr lang="en-US" sz="3600" dirty="0"/>
              <a:t>What is plan B? C ?  </a:t>
            </a:r>
          </a:p>
          <a:p>
            <a:pPr lvl="0"/>
            <a:r>
              <a:rPr lang="en-US" sz="4000" dirty="0"/>
              <a:t>Communication clarity</a:t>
            </a:r>
          </a:p>
          <a:p>
            <a:pPr lvl="0"/>
            <a:r>
              <a:rPr lang="en-US" sz="4000" dirty="0"/>
              <a:t>Quantity cannot substitute quality </a:t>
            </a:r>
          </a:p>
        </p:txBody>
      </p:sp>
    </p:spTree>
    <p:extLst>
      <p:ext uri="{BB962C8B-B14F-4D97-AF65-F5344CB8AC3E}">
        <p14:creationId xmlns:p14="http://schemas.microsoft.com/office/powerpoint/2010/main" val="171587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5AB4B-E0E1-5941-8EF8-96D616F9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6000" dirty="0"/>
              <a:t>The budget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285A-6D63-3343-B7B6-EEAF18C7C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sz="4000" dirty="0"/>
          </a:p>
          <a:p>
            <a:r>
              <a:rPr lang="en-US" sz="4000" dirty="0"/>
              <a:t>Ask for what you need </a:t>
            </a:r>
          </a:p>
          <a:p>
            <a:endParaRPr lang="en-US" sz="4000" dirty="0"/>
          </a:p>
          <a:p>
            <a:r>
              <a:rPr lang="en-US" sz="4000" dirty="0"/>
              <a:t>Too much or too little undermines the proposal</a:t>
            </a:r>
          </a:p>
        </p:txBody>
      </p:sp>
    </p:spTree>
    <p:extLst>
      <p:ext uri="{BB962C8B-B14F-4D97-AF65-F5344CB8AC3E}">
        <p14:creationId xmlns:p14="http://schemas.microsoft.com/office/powerpoint/2010/main" val="2194891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0AE2-3A5C-9015-647E-515EF8AE5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A308C-A15E-53AC-CA3E-454A68E42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5885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RightStep">
      <a:dk1>
        <a:srgbClr val="000000"/>
      </a:dk1>
      <a:lt1>
        <a:srgbClr val="FFFFFF"/>
      </a:lt1>
      <a:dk2>
        <a:srgbClr val="24413D"/>
      </a:dk2>
      <a:lt2>
        <a:srgbClr val="E9EEED"/>
      </a:lt2>
      <a:accent1>
        <a:srgbClr val="C74852"/>
      </a:accent1>
      <a:accent2>
        <a:srgbClr val="B66137"/>
      </a:accent2>
      <a:accent3>
        <a:srgbClr val="BEA045"/>
      </a:accent3>
      <a:accent4>
        <a:srgbClr val="99AD34"/>
      </a:accent4>
      <a:accent5>
        <a:srgbClr val="71B441"/>
      </a:accent5>
      <a:accent6>
        <a:srgbClr val="37B637"/>
      </a:accent6>
      <a:hlink>
        <a:srgbClr val="9A72D0"/>
      </a:hlink>
      <a:folHlink>
        <a:srgbClr val="878787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5908</TotalTime>
  <Words>297</Words>
  <Application>Microsoft Macintosh PowerPoint</Application>
  <PresentationFormat>Widescreen</PresentationFormat>
  <Paragraphs>80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Avenir Next LT Pro</vt:lpstr>
      <vt:lpstr>Calibri</vt:lpstr>
      <vt:lpstr>AccentBoxVTI</vt:lpstr>
      <vt:lpstr>Writing proposals</vt:lpstr>
      <vt:lpstr>Ethics, plagiarism &amp; chatbots </vt:lpstr>
      <vt:lpstr>PowerPoint Presentation</vt:lpstr>
      <vt:lpstr>PowerPoint Presentation</vt:lpstr>
      <vt:lpstr>Logistics </vt:lpstr>
      <vt:lpstr>Proposing  </vt:lpstr>
      <vt:lpstr>Who should write proposals?</vt:lpstr>
      <vt:lpstr>The science </vt:lpstr>
      <vt:lpstr>Start with the question</vt:lpstr>
      <vt:lpstr>Determinants of success</vt:lpstr>
      <vt:lpstr>Determinants of success</vt:lpstr>
      <vt:lpstr>Collaboration </vt:lpstr>
      <vt:lpstr>Preliminary data</vt:lpstr>
      <vt:lpstr>Writing proposals </vt:lpstr>
      <vt:lpstr>The budget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Bioengineering</dc:title>
  <dc:creator>Slavov, Nikolai</dc:creator>
  <cp:lastModifiedBy>Slavov, Nikolai</cp:lastModifiedBy>
  <cp:revision>28</cp:revision>
  <dcterms:created xsi:type="dcterms:W3CDTF">2020-01-09T13:26:11Z</dcterms:created>
  <dcterms:modified xsi:type="dcterms:W3CDTF">2025-01-09T18:39:27Z</dcterms:modified>
</cp:coreProperties>
</file>