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245"/>
    <p:restoredTop sz="96327"/>
  </p:normalViewPr>
  <p:slideViewPr>
    <p:cSldViewPr snapToGrid="0" snapToObjects="1">
      <p:cViewPr varScale="1">
        <p:scale>
          <a:sx n="128" d="100"/>
          <a:sy n="128" d="100"/>
        </p:scale>
        <p:origin x="9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11/25/20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80154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106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189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398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775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524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163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11/25/20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37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699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62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594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841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8" r:id="rId6"/>
    <p:sldLayoutId id="2147483713" r:id="rId7"/>
    <p:sldLayoutId id="2147483714" r:id="rId8"/>
    <p:sldLayoutId id="2147483715" r:id="rId9"/>
    <p:sldLayoutId id="2147483717" r:id="rId10"/>
    <p:sldLayoutId id="214748371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26E0BFB-CDF1-4990-8C11-AC849311E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BD78C2-7D87-43AC-8525-531F8B3261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138" r="7489" b="-1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069A1F8-9BEB-4786-9694-FC48B2D7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C3ACC4-ADDE-9040-9CC3-3180F4B3F6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36343" y="1122363"/>
            <a:ext cx="6255657" cy="1993023"/>
          </a:xfrm>
        </p:spPr>
        <p:txBody>
          <a:bodyPr anchor="b">
            <a:normAutofit/>
          </a:bodyPr>
          <a:lstStyle/>
          <a:p>
            <a:r>
              <a:rPr lang="en-US" sz="4800" b="1" dirty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454B2E-10A5-504D-B5D4-5BB852999F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97486" y="4872922"/>
            <a:ext cx="4774474" cy="1608981"/>
          </a:xfrm>
        </p:spPr>
        <p:txBody>
          <a:bodyPr>
            <a:normAutofit/>
          </a:bodyPr>
          <a:lstStyle/>
          <a:p>
            <a:pPr algn="ctr"/>
            <a:r>
              <a:rPr lang="en-US" sz="2400" spc="120" dirty="0"/>
              <a:t>Name</a:t>
            </a:r>
          </a:p>
          <a:p>
            <a:pPr algn="ctr"/>
            <a:r>
              <a:rPr lang="en-US" sz="2400" spc="120" dirty="0"/>
              <a:t> Institution</a:t>
            </a:r>
          </a:p>
          <a:p>
            <a:pPr algn="ctr"/>
            <a:r>
              <a:rPr lang="en-US" b="1" spc="140" dirty="0" err="1">
                <a:solidFill>
                  <a:srgbClr val="FF0000"/>
                </a:solidFill>
              </a:rPr>
              <a:t>url</a:t>
            </a:r>
            <a:endParaRPr lang="en-US" b="1" spc="140" dirty="0">
              <a:solidFill>
                <a:srgbClr val="FF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4361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ccentBoxVTI">
  <a:themeElements>
    <a:clrScheme name="AnalogousFromLightSeedRightStep">
      <a:dk1>
        <a:srgbClr val="000000"/>
      </a:dk1>
      <a:lt1>
        <a:srgbClr val="FFFFFF"/>
      </a:lt1>
      <a:dk2>
        <a:srgbClr val="412624"/>
      </a:dk2>
      <a:lt2>
        <a:srgbClr val="E6E8E2"/>
      </a:lt2>
      <a:accent1>
        <a:srgbClr val="A996C6"/>
      </a:accent1>
      <a:accent2>
        <a:srgbClr val="AF7FBA"/>
      </a:accent2>
      <a:accent3>
        <a:srgbClr val="C593B9"/>
      </a:accent3>
      <a:accent4>
        <a:srgbClr val="BA7F94"/>
      </a:accent4>
      <a:accent5>
        <a:srgbClr val="C69996"/>
      </a:accent5>
      <a:accent6>
        <a:srgbClr val="BA9B7F"/>
      </a:accent6>
      <a:hlink>
        <a:srgbClr val="758A53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1347</TotalTime>
  <Words>5</Words>
  <Application>Microsoft Macintosh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Avenir Next LT Pro</vt:lpstr>
      <vt:lpstr>Calibri</vt:lpstr>
      <vt:lpstr>AccentBoxVTI</vt:lpstr>
      <vt:lpstr>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Quantitative analysis by mass-spectrometry</dc:title>
  <dc:creator>Slavov, Nikolai</dc:creator>
  <cp:lastModifiedBy>Slavov, Nikolai</cp:lastModifiedBy>
  <cp:revision>10</cp:revision>
  <dcterms:created xsi:type="dcterms:W3CDTF">2020-05-17T22:24:36Z</dcterms:created>
  <dcterms:modified xsi:type="dcterms:W3CDTF">2020-11-25T22:39:13Z</dcterms:modified>
</cp:coreProperties>
</file>